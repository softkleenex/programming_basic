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2" r:id="rId2"/>
  </p:sldMasterIdLst>
  <p:notesMasterIdLst>
    <p:notesMasterId r:id="rId5"/>
  </p:notesMasterIdLst>
  <p:sldIdLst>
    <p:sldId id="796" r:id="rId3"/>
    <p:sldId id="797" r:id="rId4"/>
  </p:sldIdLst>
  <p:sldSz cx="12192000" cy="6858000"/>
  <p:notesSz cx="6858000" cy="9144000"/>
  <p:custDataLst>
    <p:tags r:id="rId6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2" userDrawn="1">
          <p15:clr>
            <a:srgbClr val="A4A3A4"/>
          </p15:clr>
        </p15:guide>
        <p15:guide id="2" orient="horz" pos="134" userDrawn="1">
          <p15:clr>
            <a:srgbClr val="A4A3A4"/>
          </p15:clr>
        </p15:guide>
        <p15:guide id="3" orient="horz" pos="710" userDrawn="1">
          <p15:clr>
            <a:srgbClr val="A4A3A4"/>
          </p15:clr>
        </p15:guide>
        <p15:guide id="4" orient="horz" pos="855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532" userDrawn="1">
          <p15:clr>
            <a:srgbClr val="A4A3A4"/>
          </p15:clr>
        </p15:guide>
        <p15:guide id="7" pos="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432FF"/>
    <a:srgbClr val="8B8F93"/>
    <a:srgbClr val="8189FA"/>
    <a:srgbClr val="FFFFD3"/>
    <a:srgbClr val="3677BB"/>
    <a:srgbClr val="0000FF"/>
    <a:srgbClr val="05325B"/>
    <a:srgbClr val="175079"/>
    <a:srgbClr val="A4B5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71" autoAdjust="0"/>
    <p:restoredTop sz="94286" autoAdjust="0"/>
  </p:normalViewPr>
  <p:slideViewPr>
    <p:cSldViewPr snapToGrid="0">
      <p:cViewPr varScale="1">
        <p:scale>
          <a:sx n="259" d="100"/>
          <a:sy n="259" d="100"/>
        </p:scale>
        <p:origin x="1688" y="192"/>
      </p:cViewPr>
      <p:guideLst>
        <p:guide orient="horz" pos="2282"/>
        <p:guide orient="horz" pos="134"/>
        <p:guide orient="horz" pos="710"/>
        <p:guide orient="horz" pos="855"/>
        <p:guide pos="3840"/>
        <p:guide pos="7532"/>
        <p:guide pos="15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-121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F8230-0520-4083-807F-7B220B43BFBD}" type="datetimeFigureOut">
              <a:rPr lang="ko-KR" altLang="en-US" smtClean="0"/>
              <a:pPr/>
              <a:t>2025. 12. 9.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30CEF-DD1E-42F7-A72F-FEF9E199F7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80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openxmlformats.org/officeDocument/2006/relationships/image" Target="../media/image5.emf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294A485-D866-7899-DDB5-FF62F5BC614B}"/>
              </a:ext>
            </a:extLst>
          </p:cNvPr>
          <p:cNvSpPr/>
          <p:nvPr userDrawn="1"/>
        </p:nvSpPr>
        <p:spPr>
          <a:xfrm>
            <a:off x="0" y="0"/>
            <a:ext cx="12192000" cy="4055469"/>
          </a:xfrm>
          <a:prstGeom prst="rect">
            <a:avLst/>
          </a:prstGeom>
          <a:solidFill>
            <a:srgbClr val="1E7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C812E5E-80ED-10A8-4C1E-F46F5A1B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553" y="6356352"/>
            <a:ext cx="295984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486FD63E-ED41-634F-9AC1-A2DE1FDD28EE}" type="datetime1">
              <a:rPr lang="ko-KR" altLang="en-US" smtClean="0"/>
              <a:pPr/>
              <a:t>2025. 12. 9.</a:t>
            </a:fld>
            <a:endParaRPr 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E6587E8-4D43-0890-A6DA-66F1193D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 b="1" i="0">
                <a:latin typeface="Apple SD Gothic Neo" panose="02000300000000000000" pitchFamily="2" charset="-127"/>
                <a:ea typeface="Apple SD Gothic Neo" panose="020003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7418839-5215-EC7E-47C3-ACA8ED02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941918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53B0D056-06C1-427C-B095-DD5CAE33F6FD}" type="slidenum">
              <a:rPr lang="ko-KR" altLang="en-US" smtClean="0"/>
              <a:pPr/>
              <a:t>‹#›</a:t>
            </a:fld>
            <a:endParaRPr lang="en-US" altLang="ko-KR" dirty="0"/>
          </a:p>
        </p:txBody>
      </p:sp>
      <p:pic>
        <p:nvPicPr>
          <p:cNvPr id="6" name="그림 5" descr="블랙, 어둠이(가) 표시된 사진&#10;&#10;자동 생성된 설명">
            <a:extLst>
              <a:ext uri="{FF2B5EF4-FFF2-40B4-BE49-F238E27FC236}">
                <a16:creationId xmlns:a16="http://schemas.microsoft.com/office/drawing/2014/main" id="{AD4C8FAC-B021-447A-E583-89B7DA73B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825" y="518263"/>
            <a:ext cx="749462" cy="749462"/>
          </a:xfrm>
          <a:prstGeom prst="rect">
            <a:avLst/>
          </a:prstGeom>
          <a:ln>
            <a:noFill/>
          </a:ln>
        </p:spPr>
      </p:pic>
      <p:pic>
        <p:nvPicPr>
          <p:cNvPr id="7" name="그림 6" descr="블랙, 어둠이(가) 표시된 사진&#10;&#10;자동 생성된 설명">
            <a:extLst>
              <a:ext uri="{FF2B5EF4-FFF2-40B4-BE49-F238E27FC236}">
                <a16:creationId xmlns:a16="http://schemas.microsoft.com/office/drawing/2014/main" id="{05B75466-BD27-4166-6D83-44A63E7FC3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37" y="449466"/>
            <a:ext cx="1145261" cy="1145261"/>
          </a:xfrm>
          <a:prstGeom prst="rect">
            <a:avLst/>
          </a:prstGeom>
          <a:ln>
            <a:noFill/>
          </a:ln>
        </p:spPr>
      </p:pic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A2B6AC5B-8AE9-C01D-5489-B9F9450822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9" y="2123957"/>
            <a:ext cx="1016000" cy="1016000"/>
          </a:xfrm>
          <a:prstGeom prst="rect">
            <a:avLst/>
          </a:prstGeom>
          <a:ln>
            <a:noFill/>
          </a:ln>
        </p:spPr>
      </p:pic>
      <p:pic>
        <p:nvPicPr>
          <p:cNvPr id="9" name="그림 8" descr="블랙, 어둠이(가) 표시된 사진&#10;&#10;자동 생성된 설명">
            <a:extLst>
              <a:ext uri="{FF2B5EF4-FFF2-40B4-BE49-F238E27FC236}">
                <a16:creationId xmlns:a16="http://schemas.microsoft.com/office/drawing/2014/main" id="{52B58873-C21C-13AE-6A0A-39FAB718D33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952" y="416140"/>
            <a:ext cx="1094675" cy="1094675"/>
          </a:xfrm>
          <a:prstGeom prst="rect">
            <a:avLst/>
          </a:prstGeom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80C5041-D501-48A7-B31D-3F1E979880D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lum bright="70000" contrast="-70000"/>
            <a:alphaModFix amt="20000"/>
          </a:blip>
          <a:stretch>
            <a:fillRect/>
          </a:stretch>
        </p:blipFill>
        <p:spPr>
          <a:xfrm>
            <a:off x="1089572" y="384412"/>
            <a:ext cx="992816" cy="1024434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CA5321-AF10-2EA5-E38D-E151C287FBB7}"/>
              </a:ext>
            </a:extLst>
          </p:cNvPr>
          <p:cNvSpPr txBox="1"/>
          <p:nvPr userDrawn="1"/>
        </p:nvSpPr>
        <p:spPr>
          <a:xfrm>
            <a:off x="718907" y="1269217"/>
            <a:ext cx="2032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4800" b="1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C/C++</a:t>
            </a:r>
            <a:endParaRPr kumimoji="1" lang="ko-Kore-KR" altLang="en-US" sz="4800" b="1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pic>
        <p:nvPicPr>
          <p:cNvPr id="12" name="그림 11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F98F73C5-2E76-7AF8-19E8-166B08F4CBA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51" y="599486"/>
            <a:ext cx="1297868" cy="1297868"/>
          </a:xfrm>
          <a:prstGeom prst="rect">
            <a:avLst/>
          </a:prstGeom>
          <a:ln>
            <a:noFill/>
          </a:ln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3197E0B7-E09E-B868-C4DC-BEEF8D0CF9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5862" y="1607326"/>
            <a:ext cx="10930965" cy="2387600"/>
          </a:xfrm>
          <a:prstGeom prst="rect">
            <a:avLst/>
          </a:prstGeom>
        </p:spPr>
        <p:txBody>
          <a:bodyPr anchor="b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20CA8-B747-E059-9820-6A0C466007A9}"/>
              </a:ext>
            </a:extLst>
          </p:cNvPr>
          <p:cNvSpPr txBox="1"/>
          <p:nvPr userDrawn="1"/>
        </p:nvSpPr>
        <p:spPr>
          <a:xfrm>
            <a:off x="9723442" y="1594727"/>
            <a:ext cx="1472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for, while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97788-E4D2-6449-AEC3-CE29B588D4A4}"/>
              </a:ext>
            </a:extLst>
          </p:cNvPr>
          <p:cNvSpPr txBox="1"/>
          <p:nvPr userDrawn="1"/>
        </p:nvSpPr>
        <p:spPr>
          <a:xfrm>
            <a:off x="5510257" y="1529290"/>
            <a:ext cx="1129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0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function</a:t>
            </a:r>
            <a:endParaRPr kumimoji="1" lang="ko-Kore-KR" altLang="en-US" sz="20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A8D5A-6FC7-65CD-6788-F8791F042167}"/>
              </a:ext>
            </a:extLst>
          </p:cNvPr>
          <p:cNvSpPr txBox="1"/>
          <p:nvPr userDrawn="1"/>
        </p:nvSpPr>
        <p:spPr>
          <a:xfrm>
            <a:off x="7634340" y="1541207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array[]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7" name="텍스트 개체 틀 82">
            <a:extLst>
              <a:ext uri="{FF2B5EF4-FFF2-40B4-BE49-F238E27FC236}">
                <a16:creationId xmlns:a16="http://schemas.microsoft.com/office/drawing/2014/main" id="{8F1D36B6-FEC0-F268-E795-393B21715D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0857" y="4142985"/>
            <a:ext cx="11413442" cy="7239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4000" b="1">
                <a:solidFill>
                  <a:srgbClr val="3677BB"/>
                </a:solidFill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DDC38-36B3-D0DB-98D1-3672A06682ED}"/>
              </a:ext>
            </a:extLst>
          </p:cNvPr>
          <p:cNvSpPr txBox="1"/>
          <p:nvPr userDrawn="1"/>
        </p:nvSpPr>
        <p:spPr>
          <a:xfrm>
            <a:off x="3202093" y="1234938"/>
            <a:ext cx="1163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pointer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40B387-083F-653C-7043-CB181E503E82}"/>
              </a:ext>
            </a:extLst>
          </p:cNvPr>
          <p:cNvSpPr txBox="1"/>
          <p:nvPr userDrawn="1"/>
        </p:nvSpPr>
        <p:spPr>
          <a:xfrm>
            <a:off x="7966093" y="151366"/>
            <a:ext cx="4023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switch/case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A9B99D-C8AA-814F-C7FB-603CA7A37CD9}"/>
              </a:ext>
            </a:extLst>
          </p:cNvPr>
          <p:cNvSpPr txBox="1"/>
          <p:nvPr userDrawn="1"/>
        </p:nvSpPr>
        <p:spPr>
          <a:xfrm>
            <a:off x="228200" y="3015285"/>
            <a:ext cx="2043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8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malloc/free</a:t>
            </a:r>
            <a:endParaRPr kumimoji="1" lang="ko-Kore-KR" altLang="en-US" sz="28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5EF673-80A3-1A2A-E879-47829E37690E}"/>
              </a:ext>
            </a:extLst>
          </p:cNvPr>
          <p:cNvSpPr txBox="1"/>
          <p:nvPr userDrawn="1"/>
        </p:nvSpPr>
        <p:spPr>
          <a:xfrm>
            <a:off x="9977630" y="2951946"/>
            <a:ext cx="2083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8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if else </a:t>
            </a:r>
          </a:p>
        </p:txBody>
      </p:sp>
      <p:pic>
        <p:nvPicPr>
          <p:cNvPr id="22" name="그림 21" descr="블랙, 어둠이(가) 표시된 사진&#10;&#10;자동 생성된 설명">
            <a:extLst>
              <a:ext uri="{FF2B5EF4-FFF2-40B4-BE49-F238E27FC236}">
                <a16:creationId xmlns:a16="http://schemas.microsoft.com/office/drawing/2014/main" id="{3599224E-88C5-B00C-4692-8DC48ECCA6B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 trans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100" y="1999285"/>
            <a:ext cx="1016000" cy="1016000"/>
          </a:xfrm>
          <a:prstGeom prst="rect">
            <a:avLst/>
          </a:prstGeom>
        </p:spPr>
      </p:pic>
      <p:pic>
        <p:nvPicPr>
          <p:cNvPr id="23" name="그림 22" descr="블랙, 어둠이(가) 표시된 사진&#10;&#10;자동 생성된 설명">
            <a:extLst>
              <a:ext uri="{FF2B5EF4-FFF2-40B4-BE49-F238E27FC236}">
                <a16:creationId xmlns:a16="http://schemas.microsoft.com/office/drawing/2014/main" id="{9F6A2CB1-494A-026E-1474-F52AC9433F0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artisticPhotocopy trans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98" y="518263"/>
            <a:ext cx="627806" cy="62780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D745DD8-41BC-1C9C-A4C3-768B90C670BE}"/>
              </a:ext>
            </a:extLst>
          </p:cNvPr>
          <p:cNvSpPr txBox="1"/>
          <p:nvPr userDrawn="1"/>
        </p:nvSpPr>
        <p:spPr>
          <a:xfrm>
            <a:off x="2243662" y="98736"/>
            <a:ext cx="1488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b="0" dirty="0">
                <a:solidFill>
                  <a:srgbClr val="0F68B2"/>
                </a:solidFill>
                <a:latin typeface="Chalkboard" panose="03050602040202020205" pitchFamily="66" charset="0"/>
                <a:ea typeface="Apple SD Gothic Neo" panose="02000300000000000000" pitchFamily="2" charset="-127"/>
                <a:cs typeface="Baloo Chettan 2" panose="03080502040302020200" pitchFamily="66" charset="0"/>
              </a:rPr>
              <a:t>structure</a:t>
            </a:r>
            <a:endParaRPr kumimoji="1" lang="ko-Kore-KR" altLang="en-US" sz="2400" b="0" dirty="0">
              <a:solidFill>
                <a:srgbClr val="0F68B2"/>
              </a:solidFill>
              <a:latin typeface="Chalkboard" panose="03050602040202020205" pitchFamily="66" charset="0"/>
              <a:ea typeface="Apple SD Gothic Neo" panose="02000300000000000000" pitchFamily="2" charset="-127"/>
              <a:cs typeface="Baloo Chettan 2" panose="030805020403020202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0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7163A9-5D6F-47CC-BFA2-7A4C46EFA377}"/>
              </a:ext>
            </a:extLst>
          </p:cNvPr>
          <p:cNvSpPr/>
          <p:nvPr userDrawn="1"/>
        </p:nvSpPr>
        <p:spPr>
          <a:xfrm>
            <a:off x="0" y="12218"/>
            <a:ext cx="12189600" cy="687600"/>
          </a:xfrm>
          <a:prstGeom prst="rect">
            <a:avLst/>
          </a:prstGeom>
          <a:solidFill>
            <a:srgbClr val="3677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4" name="AutoShape 177" descr="6">
            <a:extLst>
              <a:ext uri="{FF2B5EF4-FFF2-40B4-BE49-F238E27FC236}">
                <a16:creationId xmlns:a16="http://schemas.microsoft.com/office/drawing/2014/main" id="{71E27B3D-DA8A-4A06-A648-61527C892B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7239" y="984149"/>
            <a:ext cx="11941348" cy="5791120"/>
          </a:xfrm>
          <a:prstGeom prst="roundRect">
            <a:avLst>
              <a:gd name="adj" fmla="val 3315"/>
            </a:avLst>
          </a:prstGeom>
          <a:blipFill dpi="0" rotWithShape="0">
            <a:blip r:embed="rId2" cstate="print">
              <a:alphaModFix amt="4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algn="ctr">
            <a:solidFill>
              <a:srgbClr val="006600"/>
            </a:solidFill>
            <a:round/>
            <a:headEnd/>
            <a:tailEnd/>
          </a:ln>
        </p:spPr>
        <p:txBody>
          <a:bodyPr lIns="144000" tIns="72000" rIns="72000" bIns="72000" anchor="ctr"/>
          <a:lstStyle/>
          <a:p>
            <a:pPr marL="188913" indent="-188913" algn="ctr" fontAlgn="ctr" latinLnBrk="0">
              <a:spcBef>
                <a:spcPct val="20000"/>
              </a:spcBef>
              <a:spcAft>
                <a:spcPct val="20000"/>
              </a:spcAft>
              <a:buClr>
                <a:srgbClr val="0066FF"/>
              </a:buClr>
              <a:buFont typeface="Wingdings 2" pitchFamily="18" charset="2"/>
              <a:buNone/>
            </a:pPr>
            <a:endParaRPr lang="ko-KR" altLang="en-US" sz="1700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 userDrawn="1"/>
        </p:nvSpPr>
        <p:spPr>
          <a:xfrm>
            <a:off x="364381" y="1585732"/>
            <a:ext cx="11494113" cy="493961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20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1"/>
            <a:endParaRPr lang="en-US" altLang="ko-KR" sz="16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2"/>
            <a:endParaRPr lang="ko-KR" altLang="en-US" sz="15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1"/>
            <a:endParaRPr lang="en-US" altLang="ko-KR" sz="1600" dirty="0">
              <a:solidFill>
                <a:srgbClr val="175079"/>
              </a:solidFill>
            </a:endParaRPr>
          </a:p>
          <a:p>
            <a:pPr lvl="1"/>
            <a:endParaRPr lang="en-US" altLang="ko-KR" sz="15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/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itchFamily="34" charset="0"/>
            </a:endParaRPr>
          </a:p>
          <a:p>
            <a:pPr lvl="2"/>
            <a:endParaRPr lang="en-US" altLang="ko-KR" sz="1600" dirty="0">
              <a:solidFill>
                <a:srgbClr val="175079"/>
              </a:solidFill>
            </a:endParaRPr>
          </a:p>
        </p:txBody>
      </p:sp>
      <p:sp>
        <p:nvSpPr>
          <p:cNvPr id="17" name="텍스트 개체 틀 3"/>
          <p:cNvSpPr>
            <a:spLocks noGrp="1"/>
          </p:cNvSpPr>
          <p:nvPr>
            <p:ph idx="1" hasCustomPrompt="1"/>
          </p:nvPr>
        </p:nvSpPr>
        <p:spPr>
          <a:xfrm>
            <a:off x="345301" y="1161696"/>
            <a:ext cx="11471803" cy="5326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Clr>
                <a:srgbClr val="3677BB"/>
              </a:buClr>
              <a:buFont typeface="Wingdings" pitchFamily="2" charset="2"/>
              <a:buChar char="§"/>
              <a:defRPr baseline="0">
                <a:solidFill>
                  <a:schemeClr val="tx1"/>
                </a:solidFill>
                <a:latin typeface="D2Coding" panose="020B0609020101020101" pitchFamily="49" charset="-127"/>
              </a:defRPr>
            </a:lvl1pPr>
            <a:lvl2pPr marL="670950" indent="-285750">
              <a:buClr>
                <a:srgbClr val="EE7D30"/>
              </a:buClr>
              <a:buFont typeface="Arial" panose="020B0604020202020204" pitchFamily="34" charset="0"/>
              <a:buChar char="•"/>
              <a:defRPr sz="1800" b="0" baseline="0">
                <a:solidFill>
                  <a:srgbClr val="05325B"/>
                </a:solidFill>
                <a:latin typeface="D2Coding" panose="020B0609020101020101" pitchFamily="49" charset="-127"/>
              </a:defRPr>
            </a:lvl2pPr>
            <a:lvl3pPr marL="999000" indent="-228600">
              <a:buFont typeface="Wingdings" pitchFamily="2" charset="2"/>
              <a:buChar char="Ø"/>
              <a:defRPr sz="1600" b="0" baseline="0">
                <a:solidFill>
                  <a:schemeClr val="tx1"/>
                </a:solidFill>
                <a:latin typeface="D2Coding" panose="020B0609020101020101" pitchFamily="49" charset="-127"/>
              </a:defRPr>
            </a:lvl3pPr>
            <a:lvl4pPr marL="1312200">
              <a:defRPr sz="1600" b="0" baseline="0">
                <a:latin typeface="D2Coding" panose="020B0609020101020101" pitchFamily="49" charset="-127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18" name="슬라이드 번호 개체 틀 4"/>
          <p:cNvSpPr txBox="1">
            <a:spLocks/>
          </p:cNvSpPr>
          <p:nvPr userDrawn="1"/>
        </p:nvSpPr>
        <p:spPr>
          <a:xfrm>
            <a:off x="9099165" y="6532901"/>
            <a:ext cx="2844800" cy="240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6B130F-A908-445E-8E7B-906E66EDCC1E}" type="slidenum">
              <a:rPr lang="ko-KR" altLang="en-US" sz="1200" smtClean="0"/>
              <a:pPr/>
              <a:t>‹#›</a:t>
            </a:fld>
            <a:endParaRPr lang="ko-KR" altLang="en-US" sz="1200"/>
          </a:p>
        </p:txBody>
      </p:sp>
      <p:sp>
        <p:nvSpPr>
          <p:cNvPr id="19" name="제목 개체 틀 2"/>
          <p:cNvSpPr txBox="1">
            <a:spLocks/>
          </p:cNvSpPr>
          <p:nvPr userDrawn="1"/>
        </p:nvSpPr>
        <p:spPr>
          <a:xfrm>
            <a:off x="612172" y="927906"/>
            <a:ext cx="10972800" cy="454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kumimoji="1" lang="ko-KR" altLang="en-US" sz="1600" kern="1200" dirty="0">
              <a:solidFill>
                <a:schemeClr val="bg1"/>
              </a:solidFill>
              <a:latin typeface="Tahoma" pitchFamily="34" charset="0"/>
              <a:ea typeface="+mn-ea"/>
              <a:cs typeface="Tahoma" pitchFamily="34" charset="0"/>
            </a:endParaRPr>
          </a:p>
        </p:txBody>
      </p:sp>
      <p:sp>
        <p:nvSpPr>
          <p:cNvPr id="21" name="제목 개체 틀 2"/>
          <p:cNvSpPr txBox="1">
            <a:spLocks/>
          </p:cNvSpPr>
          <p:nvPr userDrawn="1"/>
        </p:nvSpPr>
        <p:spPr>
          <a:xfrm>
            <a:off x="396100" y="924764"/>
            <a:ext cx="11595272" cy="454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4000" b="1" kern="1200" dirty="0">
                <a:solidFill>
                  <a:schemeClr val="bg1"/>
                </a:solidFill>
                <a:latin typeface="Tahoma" pitchFamily="34" charset="0"/>
                <a:ea typeface="나눔고딕" pitchFamily="50" charset="-127"/>
                <a:cs typeface="Tahoma" pitchFamily="34" charset="0"/>
              </a:defRPr>
            </a:lvl1pPr>
          </a:lstStyle>
          <a:p>
            <a:endParaRPr lang="ko-KR" altLang="en-US" sz="16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제목 개체 틀 2"/>
          <p:cNvSpPr>
            <a:spLocks noGrp="1"/>
          </p:cNvSpPr>
          <p:nvPr>
            <p:ph type="title"/>
          </p:nvPr>
        </p:nvSpPr>
        <p:spPr>
          <a:xfrm>
            <a:off x="171697" y="151360"/>
            <a:ext cx="11819675" cy="4545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800" baseline="0"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974DA8F-3505-4051-A5C4-77A8EEB1D9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603B6E1-3842-4258-B5CA-95212F89E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26455" y="4061221"/>
            <a:ext cx="2381855" cy="21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3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54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3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1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1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11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13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591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05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617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142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32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1" r:id="rId2"/>
    <p:sldLayoutId id="2147483687" r:id="rId3"/>
    <p:sldLayoutId id="2147483688" r:id="rId4"/>
    <p:sldLayoutId id="2147483665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3800" b="1" kern="1200" dirty="0">
          <a:solidFill>
            <a:schemeClr val="bg1"/>
          </a:solidFill>
          <a:latin typeface="Tahoma" pitchFamily="34" charset="0"/>
          <a:ea typeface="나눔고딕" pitchFamily="50" charset="-127"/>
          <a:cs typeface="Tahoma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000" b="1" kern="1200" dirty="0" smtClean="0">
          <a:solidFill>
            <a:srgbClr val="7030A0"/>
          </a:solidFill>
          <a:latin typeface="맑은 고딕" panose="020B0503020000020004" pitchFamily="50" charset="-127"/>
          <a:ea typeface="맑은 고딕" panose="020B0503020000020004" pitchFamily="50" charset="-127"/>
          <a:cs typeface="Tahoma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600" b="0" kern="1200" dirty="0" smtClean="0">
          <a:solidFill>
            <a:srgbClr val="17507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500" kern="1200" dirty="0" smtClean="0">
          <a:solidFill>
            <a:schemeClr val="accent5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74790-609E-4709-843C-74DE14E574F0}" type="datetimeFigureOut">
              <a:rPr lang="ko-KR" altLang="en-US" smtClean="0"/>
              <a:t>2025. 12. 9.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E8952-81A4-411E-B1EB-37F2AC7984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74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D2156EE-23AE-CFB6-B349-30FCAB6E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노드 삽입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2B17CE3-4357-37C3-DBF8-59B9D5AE9A9B}"/>
              </a:ext>
            </a:extLst>
          </p:cNvPr>
          <p:cNvGrpSpPr/>
          <p:nvPr/>
        </p:nvGrpSpPr>
        <p:grpSpPr>
          <a:xfrm>
            <a:off x="1447200" y="3637872"/>
            <a:ext cx="1944000" cy="676656"/>
            <a:chOff x="361484" y="2478024"/>
            <a:chExt cx="1577044" cy="67665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F698996-32F5-2723-1C00-EBB71EB12038}"/>
                </a:ext>
              </a:extLst>
            </p:cNvPr>
            <p:cNvSpPr/>
            <p:nvPr/>
          </p:nvSpPr>
          <p:spPr>
            <a:xfrm>
              <a:off x="361484" y="247802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algol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3936C0B-1823-E7EB-7634-CC6608FD7069}"/>
                </a:ext>
              </a:extLst>
            </p:cNvPr>
            <p:cNvSpPr/>
            <p:nvPr/>
          </p:nvSpPr>
          <p:spPr>
            <a:xfrm>
              <a:off x="1414272" y="247802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link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2C770A56-4C23-8832-57C5-2AEE73DA2EDA}"/>
              </a:ext>
            </a:extLst>
          </p:cNvPr>
          <p:cNvGrpSpPr/>
          <p:nvPr/>
        </p:nvGrpSpPr>
        <p:grpSpPr>
          <a:xfrm>
            <a:off x="6096000" y="2234808"/>
            <a:ext cx="1944000" cy="676656"/>
            <a:chOff x="4735364" y="1578864"/>
            <a:chExt cx="1577044" cy="676656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D96A6E-C535-E33F-3D96-3DD4081E052D}"/>
                </a:ext>
              </a:extLst>
            </p:cNvPr>
            <p:cNvSpPr/>
            <p:nvPr/>
          </p:nvSpPr>
          <p:spPr>
            <a:xfrm>
              <a:off x="4735364" y="157886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Objective-C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A961969-C273-A679-91CD-1AC56B1B691E}"/>
                </a:ext>
              </a:extLst>
            </p:cNvPr>
            <p:cNvSpPr/>
            <p:nvPr/>
          </p:nvSpPr>
          <p:spPr>
            <a:xfrm>
              <a:off x="5788152" y="157886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6800" rIns="36000"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NULL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3142C2E-A186-154D-D389-4B099DEBBF85}"/>
              </a:ext>
            </a:extLst>
          </p:cNvPr>
          <p:cNvGrpSpPr/>
          <p:nvPr/>
        </p:nvGrpSpPr>
        <p:grpSpPr>
          <a:xfrm>
            <a:off x="3722400" y="3637872"/>
            <a:ext cx="1944000" cy="676656"/>
            <a:chOff x="361484" y="2478024"/>
            <a:chExt cx="1577044" cy="67665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FD05842-5496-5DA3-C69B-D3EE920336F7}"/>
                </a:ext>
              </a:extLst>
            </p:cNvPr>
            <p:cNvSpPr/>
            <p:nvPr/>
          </p:nvSpPr>
          <p:spPr>
            <a:xfrm>
              <a:off x="361484" y="247802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C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96AE1D0-6797-131A-C497-A7D440576D51}"/>
                </a:ext>
              </a:extLst>
            </p:cNvPr>
            <p:cNvSpPr/>
            <p:nvPr/>
          </p:nvSpPr>
          <p:spPr>
            <a:xfrm>
              <a:off x="1414272" y="247802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link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B35274B-8329-0078-7BAD-0C9D6C6421C9}"/>
              </a:ext>
            </a:extLst>
          </p:cNvPr>
          <p:cNvGrpSpPr/>
          <p:nvPr/>
        </p:nvGrpSpPr>
        <p:grpSpPr>
          <a:xfrm>
            <a:off x="6096000" y="3637872"/>
            <a:ext cx="1944000" cy="676656"/>
            <a:chOff x="361484" y="2478024"/>
            <a:chExt cx="1577044" cy="67665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E8B1B56-43DB-C23A-E017-E5C3A9797873}"/>
                </a:ext>
              </a:extLst>
            </p:cNvPr>
            <p:cNvSpPr/>
            <p:nvPr/>
          </p:nvSpPr>
          <p:spPr>
            <a:xfrm>
              <a:off x="361484" y="247802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C++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46FEB6F-F9F9-4AEB-5C7C-64B794F4BD98}"/>
                </a:ext>
              </a:extLst>
            </p:cNvPr>
            <p:cNvSpPr/>
            <p:nvPr/>
          </p:nvSpPr>
          <p:spPr>
            <a:xfrm>
              <a:off x="1414272" y="247802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link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68E0FA9-CD6A-8A6E-DEF2-28EA92333FDC}"/>
              </a:ext>
            </a:extLst>
          </p:cNvPr>
          <p:cNvGrpSpPr/>
          <p:nvPr/>
        </p:nvGrpSpPr>
        <p:grpSpPr>
          <a:xfrm>
            <a:off x="8405448" y="3637872"/>
            <a:ext cx="1944000" cy="676656"/>
            <a:chOff x="361484" y="2478024"/>
            <a:chExt cx="1577044" cy="676656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8E868A4-7B81-FBFC-F8DA-BE752D8DC19F}"/>
                </a:ext>
              </a:extLst>
            </p:cNvPr>
            <p:cNvSpPr/>
            <p:nvPr/>
          </p:nvSpPr>
          <p:spPr>
            <a:xfrm>
              <a:off x="361484" y="247802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Java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D2EDBAF-143B-C280-4772-88EC2A47FDF2}"/>
                </a:ext>
              </a:extLst>
            </p:cNvPr>
            <p:cNvSpPr/>
            <p:nvPr/>
          </p:nvSpPr>
          <p:spPr>
            <a:xfrm>
              <a:off x="1414272" y="247802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6800" rIns="36000"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NULL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0FBDEBF-BED6-9E78-6336-E01D4786C8D5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3391200" y="3976200"/>
            <a:ext cx="3312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4C1417B-0350-178F-033A-61A730E8FFE8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666400" y="3976200"/>
            <a:ext cx="4296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78844E7-D82D-0AC7-E80A-21FDB2F4620C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8040000" y="3976200"/>
            <a:ext cx="36544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4BBD47-FDC3-3050-AC61-50FD0C80151A}"/>
              </a:ext>
            </a:extLst>
          </p:cNvPr>
          <p:cNvSpPr/>
          <p:nvPr/>
        </p:nvSpPr>
        <p:spPr>
          <a:xfrm>
            <a:off x="7406508" y="2236073"/>
            <a:ext cx="646244" cy="676656"/>
          </a:xfrm>
          <a:prstGeom prst="rect">
            <a:avLst/>
          </a:prstGeom>
          <a:solidFill>
            <a:srgbClr val="0070C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link</a:t>
            </a:r>
            <a:endParaRPr kumimoji="1"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B74B1C-DAA1-9054-3FAD-62C7F6801D78}"/>
              </a:ext>
            </a:extLst>
          </p:cNvPr>
          <p:cNvSpPr txBox="1"/>
          <p:nvPr/>
        </p:nvSpPr>
        <p:spPr>
          <a:xfrm>
            <a:off x="1447200" y="4346628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0x100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3EE11-4EAF-483B-07A6-5E1163824459}"/>
              </a:ext>
            </a:extLst>
          </p:cNvPr>
          <p:cNvSpPr txBox="1"/>
          <p:nvPr/>
        </p:nvSpPr>
        <p:spPr>
          <a:xfrm>
            <a:off x="3721992" y="4346628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0x200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E6F8F2-EEC2-AB33-CF82-B09C9DB1F890}"/>
              </a:ext>
            </a:extLst>
          </p:cNvPr>
          <p:cNvSpPr txBox="1"/>
          <p:nvPr/>
        </p:nvSpPr>
        <p:spPr>
          <a:xfrm>
            <a:off x="6086856" y="4346628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0x300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D26B7E-0AA3-57A4-A8B9-C29195E783AD}"/>
              </a:ext>
            </a:extLst>
          </p:cNvPr>
          <p:cNvSpPr txBox="1"/>
          <p:nvPr/>
        </p:nvSpPr>
        <p:spPr>
          <a:xfrm>
            <a:off x="8387160" y="4346628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0x400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cxnSp>
        <p:nvCxnSpPr>
          <p:cNvPr id="27" name="꺾인 연결선[E] 26">
            <a:extLst>
              <a:ext uri="{FF2B5EF4-FFF2-40B4-BE49-F238E27FC236}">
                <a16:creationId xmlns:a16="http://schemas.microsoft.com/office/drawing/2014/main" id="{5176C0FD-2C16-8969-C53A-36337802036B}"/>
              </a:ext>
            </a:extLst>
          </p:cNvPr>
          <p:cNvCxnSpPr>
            <a:cxnSpLocks/>
            <a:stCxn id="22" idx="2"/>
            <a:endCxn id="14" idx="0"/>
          </p:cNvCxnSpPr>
          <p:nvPr/>
        </p:nvCxnSpPr>
        <p:spPr>
          <a:xfrm rot="5400000">
            <a:off x="6874684" y="2782925"/>
            <a:ext cx="725143" cy="984751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[E] 27">
            <a:extLst>
              <a:ext uri="{FF2B5EF4-FFF2-40B4-BE49-F238E27FC236}">
                <a16:creationId xmlns:a16="http://schemas.microsoft.com/office/drawing/2014/main" id="{84D42BC6-EF03-3F62-07C4-CA336463D81C}"/>
              </a:ext>
            </a:extLst>
          </p:cNvPr>
          <p:cNvCxnSpPr>
            <a:stCxn id="12" idx="3"/>
            <a:endCxn id="8" idx="1"/>
          </p:cNvCxnSpPr>
          <p:nvPr/>
        </p:nvCxnSpPr>
        <p:spPr>
          <a:xfrm flipV="1">
            <a:off x="5666400" y="2573136"/>
            <a:ext cx="429600" cy="1403064"/>
          </a:xfrm>
          <a:prstGeom prst="bentConnector3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13E6EE4-F12A-6CD0-784D-6653636EDCE6}"/>
              </a:ext>
            </a:extLst>
          </p:cNvPr>
          <p:cNvSpPr txBox="1"/>
          <p:nvPr/>
        </p:nvSpPr>
        <p:spPr>
          <a:xfrm>
            <a:off x="6086855" y="2915119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0x500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EDCB7-0FBA-A18F-A90E-0A61E705E10B}"/>
              </a:ext>
            </a:extLst>
          </p:cNvPr>
          <p:cNvSpPr txBox="1"/>
          <p:nvPr/>
        </p:nvSpPr>
        <p:spPr>
          <a:xfrm>
            <a:off x="5086647" y="4052918"/>
            <a:ext cx="537327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0x500</a:t>
            </a:r>
            <a:endParaRPr kumimoji="1" lang="ko-KR" altLang="en-US" sz="11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FA9C3F-8290-D11E-1E0E-3C2723C17D0C}"/>
              </a:ext>
            </a:extLst>
          </p:cNvPr>
          <p:cNvSpPr txBox="1"/>
          <p:nvPr/>
        </p:nvSpPr>
        <p:spPr>
          <a:xfrm>
            <a:off x="7465755" y="2658391"/>
            <a:ext cx="537327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0x300</a:t>
            </a:r>
            <a:endParaRPr kumimoji="1" lang="ko-KR" altLang="en-US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F86D0F-483C-5A1E-8D0B-8B7FF8C715B3}"/>
              </a:ext>
            </a:extLst>
          </p:cNvPr>
          <p:cNvSpPr txBox="1"/>
          <p:nvPr/>
        </p:nvSpPr>
        <p:spPr>
          <a:xfrm>
            <a:off x="5085607" y="4052479"/>
            <a:ext cx="537327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0x300</a:t>
            </a:r>
            <a:endParaRPr kumimoji="1" lang="ko-KR" altLang="en-US" sz="11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11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/>
      <p:bldP spid="30" grpId="0"/>
      <p:bldP spid="31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BA15E63-51B4-222A-44DC-3EBA218BB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301" y="1161696"/>
            <a:ext cx="11471803" cy="454567"/>
          </a:xfrm>
        </p:spPr>
        <p:txBody>
          <a:bodyPr/>
          <a:lstStyle/>
          <a:p>
            <a:r>
              <a:rPr kumimoji="1" lang="en-US" altLang="ko-KR" dirty="0"/>
              <a:t>C++</a:t>
            </a:r>
            <a:r>
              <a:rPr kumimoji="1" lang="ko-KR" altLang="en-US" dirty="0"/>
              <a:t> 노드 삭제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A52852-4AB0-F2C3-B7EF-7EFFB05D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노드 삭제 과정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304E361-9711-438B-6010-4B73EB996E23}"/>
              </a:ext>
            </a:extLst>
          </p:cNvPr>
          <p:cNvGrpSpPr/>
          <p:nvPr/>
        </p:nvGrpSpPr>
        <p:grpSpPr>
          <a:xfrm>
            <a:off x="1297268" y="2981928"/>
            <a:ext cx="1944000" cy="676656"/>
            <a:chOff x="361484" y="2478024"/>
            <a:chExt cx="1577044" cy="67665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6F57B7F-7A24-4AD1-5509-DEE58DA1354F}"/>
                </a:ext>
              </a:extLst>
            </p:cNvPr>
            <p:cNvSpPr/>
            <p:nvPr/>
          </p:nvSpPr>
          <p:spPr>
            <a:xfrm>
              <a:off x="361484" y="247802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 err="1">
                  <a:latin typeface="D2Coding" panose="020B0609020101020101" pitchFamily="49" charset="-127"/>
                  <a:ea typeface="D2Coding" panose="020B0609020101020101" pitchFamily="49" charset="-127"/>
                </a:rPr>
                <a:t>algol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3FF19F9-CDD3-7BA6-70B1-45E9848D4A12}"/>
                </a:ext>
              </a:extLst>
            </p:cNvPr>
            <p:cNvSpPr/>
            <p:nvPr/>
          </p:nvSpPr>
          <p:spPr>
            <a:xfrm>
              <a:off x="1414272" y="247802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link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F9CD743-ACF1-0407-690F-ACB9F6D9BB39}"/>
              </a:ext>
            </a:extLst>
          </p:cNvPr>
          <p:cNvSpPr txBox="1"/>
          <p:nvPr/>
        </p:nvSpPr>
        <p:spPr>
          <a:xfrm>
            <a:off x="1297268" y="3682560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0x100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60F98D8-5A8B-8F0E-7B0E-08478A6A5515}"/>
              </a:ext>
            </a:extLst>
          </p:cNvPr>
          <p:cNvGrpSpPr/>
          <p:nvPr/>
        </p:nvGrpSpPr>
        <p:grpSpPr>
          <a:xfrm>
            <a:off x="3697916" y="2981928"/>
            <a:ext cx="1944000" cy="676656"/>
            <a:chOff x="361484" y="2478024"/>
            <a:chExt cx="1577044" cy="67665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A3A1F85-9542-283A-68CE-9D561058A1FB}"/>
                </a:ext>
              </a:extLst>
            </p:cNvPr>
            <p:cNvSpPr/>
            <p:nvPr/>
          </p:nvSpPr>
          <p:spPr>
            <a:xfrm>
              <a:off x="361484" y="247802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C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906CA36-5D8C-3091-5F42-E8226716E800}"/>
                </a:ext>
              </a:extLst>
            </p:cNvPr>
            <p:cNvSpPr/>
            <p:nvPr/>
          </p:nvSpPr>
          <p:spPr>
            <a:xfrm>
              <a:off x="1414272" y="247802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link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7A3A08F-8A39-94AE-EDEB-338448B38A74}"/>
              </a:ext>
            </a:extLst>
          </p:cNvPr>
          <p:cNvGrpSpPr/>
          <p:nvPr/>
        </p:nvGrpSpPr>
        <p:grpSpPr>
          <a:xfrm>
            <a:off x="8499212" y="2981928"/>
            <a:ext cx="1944000" cy="676656"/>
            <a:chOff x="361484" y="2478024"/>
            <a:chExt cx="1577044" cy="67665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0CD61B0-3EB3-0E72-4820-B040C2049EC6}"/>
                </a:ext>
              </a:extLst>
            </p:cNvPr>
            <p:cNvSpPr/>
            <p:nvPr/>
          </p:nvSpPr>
          <p:spPr>
            <a:xfrm>
              <a:off x="361484" y="2478024"/>
              <a:ext cx="1052788" cy="67665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Java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9061348-7C9A-EA3F-2C00-B98788392E7F}"/>
                </a:ext>
              </a:extLst>
            </p:cNvPr>
            <p:cNvSpPr/>
            <p:nvPr/>
          </p:nvSpPr>
          <p:spPr>
            <a:xfrm>
              <a:off x="1414272" y="2478024"/>
              <a:ext cx="524256" cy="676656"/>
            </a:xfrm>
            <a:prstGeom prst="rect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6800" rIns="36000" rtlCol="0" anchor="ctr"/>
            <a:lstStyle/>
            <a:p>
              <a:pPr algn="ctr"/>
              <a:r>
                <a:rPr kumimoji="1"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NULL</a:t>
              </a:r>
              <a:endParaRPr kumimoji="1"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28376C8-16ED-81C0-8581-144B671694A8}"/>
              </a:ext>
            </a:extLst>
          </p:cNvPr>
          <p:cNvSpPr txBox="1"/>
          <p:nvPr/>
        </p:nvSpPr>
        <p:spPr>
          <a:xfrm>
            <a:off x="3743516" y="3694176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0x200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7FA8A-0BA8-88A0-1C6A-1B26DD911CD7}"/>
              </a:ext>
            </a:extLst>
          </p:cNvPr>
          <p:cNvSpPr txBox="1"/>
          <p:nvPr/>
        </p:nvSpPr>
        <p:spPr>
          <a:xfrm>
            <a:off x="8499212" y="3698134"/>
            <a:ext cx="63350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0x400</a:t>
            </a:r>
            <a:endParaRPr kumimoji="1" lang="ko-KR" altLang="en-US" sz="1400" b="1" dirty="0">
              <a:solidFill>
                <a:srgbClr val="7030A0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651AB61-AC95-90C2-FBA4-8851F840A48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241268" y="3320256"/>
            <a:ext cx="45664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8EE1A7C-3834-7686-CC6E-A0CC79197D60}"/>
              </a:ext>
            </a:extLst>
          </p:cNvPr>
          <p:cNvGrpSpPr/>
          <p:nvPr/>
        </p:nvGrpSpPr>
        <p:grpSpPr>
          <a:xfrm>
            <a:off x="6098564" y="2981928"/>
            <a:ext cx="1944000" cy="997321"/>
            <a:chOff x="4726220" y="2981928"/>
            <a:chExt cx="1586188" cy="997321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BAD8F20-5E1E-626C-958F-40BB123A7983}"/>
                </a:ext>
              </a:extLst>
            </p:cNvPr>
            <p:cNvGrpSpPr/>
            <p:nvPr/>
          </p:nvGrpSpPr>
          <p:grpSpPr>
            <a:xfrm>
              <a:off x="4735364" y="2981928"/>
              <a:ext cx="1577044" cy="676656"/>
              <a:chOff x="361484" y="2478024"/>
              <a:chExt cx="1577044" cy="676656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105B0FB1-3A58-5046-4E7C-7201B68E1D6A}"/>
                  </a:ext>
                </a:extLst>
              </p:cNvPr>
              <p:cNvSpPr/>
              <p:nvPr/>
            </p:nvSpPr>
            <p:spPr>
              <a:xfrm>
                <a:off x="361484" y="2478024"/>
                <a:ext cx="1052788" cy="676656"/>
              </a:xfrm>
              <a:prstGeom prst="rect">
                <a:avLst/>
              </a:prstGeom>
              <a:solidFill>
                <a:schemeClr val="accent2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C++</a:t>
                </a:r>
                <a:endParaRPr kumimoji="1"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0BB63AD-3AD7-5749-276A-F0B571778402}"/>
                  </a:ext>
                </a:extLst>
              </p:cNvPr>
              <p:cNvSpPr/>
              <p:nvPr/>
            </p:nvSpPr>
            <p:spPr>
              <a:xfrm>
                <a:off x="1414272" y="2478024"/>
                <a:ext cx="524256" cy="676656"/>
              </a:xfrm>
              <a:prstGeom prst="rect">
                <a:avLst/>
              </a:prstGeom>
              <a:solidFill>
                <a:srgbClr val="0070C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link</a:t>
                </a:r>
                <a:endParaRPr kumimoji="1"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D4F5C5-C60C-0814-E9F1-38A93239236B}"/>
                </a:ext>
              </a:extLst>
            </p:cNvPr>
            <p:cNvSpPr txBox="1"/>
            <p:nvPr/>
          </p:nvSpPr>
          <p:spPr>
            <a:xfrm>
              <a:off x="4726220" y="3671472"/>
              <a:ext cx="633507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 dirty="0">
                  <a:solidFill>
                    <a:srgbClr val="7030A0"/>
                  </a:solidFill>
                  <a:latin typeface="D2Coding" panose="020B0609020101020101" pitchFamily="49" charset="-127"/>
                  <a:ea typeface="D2Coding" panose="020B0609020101020101" pitchFamily="49" charset="-127"/>
                  <a:cs typeface="Tahoma" pitchFamily="34" charset="0"/>
                </a:rPr>
                <a:t>0x300</a:t>
              </a:r>
              <a:endParaRPr kumimoji="1" lang="ko-KR" altLang="en-US" sz="1400" b="1" dirty="0">
                <a:solidFill>
                  <a:srgbClr val="7030A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endParaRP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3050461-BE98-6D46-95A7-186FE8B93AE6}"/>
              </a:ext>
            </a:extLst>
          </p:cNvPr>
          <p:cNvCxnSpPr>
            <a:cxnSpLocks/>
            <a:stCxn id="21" idx="3"/>
            <a:endCxn id="12" idx="1"/>
          </p:cNvCxnSpPr>
          <p:nvPr/>
        </p:nvCxnSpPr>
        <p:spPr>
          <a:xfrm>
            <a:off x="8042564" y="3320256"/>
            <a:ext cx="45664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AE0DC79-1FF6-48B2-F34B-4089A2E4597F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5641916" y="3320256"/>
            <a:ext cx="46785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60A404-3408-B95F-99E3-8AFE59BC39B3}"/>
              </a:ext>
            </a:extLst>
          </p:cNvPr>
          <p:cNvSpPr txBox="1"/>
          <p:nvPr/>
        </p:nvSpPr>
        <p:spPr>
          <a:xfrm>
            <a:off x="5066931" y="3405974"/>
            <a:ext cx="537327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kumimoji="1" lang="en-US" altLang="ko-KR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ahoma" pitchFamily="34" charset="0"/>
              </a:rPr>
              <a:t>0x400</a:t>
            </a:r>
            <a:endParaRPr kumimoji="1" lang="ko-KR" altLang="en-US" sz="11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Tahoma" pitchFamily="34" charset="0"/>
            </a:endParaRPr>
          </a:p>
        </p:txBody>
      </p: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241437BA-935C-B1E8-E972-2134084A3B39}"/>
              </a:ext>
            </a:extLst>
          </p:cNvPr>
          <p:cNvCxnSpPr>
            <a:stCxn id="24" idx="2"/>
            <a:endCxn id="12" idx="1"/>
          </p:cNvCxnSpPr>
          <p:nvPr/>
        </p:nvCxnSpPr>
        <p:spPr>
          <a:xfrm rot="5400000" flipH="1" flipV="1">
            <a:off x="6743739" y="1912111"/>
            <a:ext cx="347328" cy="3163617"/>
          </a:xfrm>
          <a:prstGeom prst="bentConnector4">
            <a:avLst>
              <a:gd name="adj1" fmla="val -113496"/>
              <a:gd name="adj2" fmla="val 92481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6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2632489c84d168ce21afdab9955b3694bd2f5c"/>
</p:tagLst>
</file>

<file path=ppt/theme/theme1.xml><?xml version="1.0" encoding="utf-8"?>
<a:theme xmlns:a="http://schemas.openxmlformats.org/drawingml/2006/main" name="Office 테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rgbClr val="FFFFD3"/>
        </a:solidFill>
        <a:ln>
          <a:solidFill>
            <a:schemeClr val="tx1"/>
          </a:solidFill>
        </a:ln>
      </a:spPr>
      <a:bodyPr wrap="square">
        <a:spAutoFit/>
      </a:bodyPr>
      <a:lstStyle>
        <a:defPPr algn="l">
          <a:defRPr sz="1400" b="0" dirty="0">
            <a:solidFill>
              <a:srgbClr val="0000FF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32798</TotalTime>
  <Words>43</Words>
  <Application>Microsoft Macintosh PowerPoint</Application>
  <PresentationFormat>와이드스크린</PresentationFormat>
  <Paragraphs>35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3" baseType="lpstr">
      <vt:lpstr>나눔고딕 ExtraBold</vt:lpstr>
      <vt:lpstr>맑은 고딕</vt:lpstr>
      <vt:lpstr>Apple SD Gothic Neo</vt:lpstr>
      <vt:lpstr>D2Coding</vt:lpstr>
      <vt:lpstr>Arial</vt:lpstr>
      <vt:lpstr>Chalkboard</vt:lpstr>
      <vt:lpstr>Tahoma</vt:lpstr>
      <vt:lpstr>Wingdings</vt:lpstr>
      <vt:lpstr>Wingdings 2</vt:lpstr>
      <vt:lpstr>Office 테마</vt:lpstr>
      <vt:lpstr>디자인 사용자 지정</vt:lpstr>
      <vt:lpstr>노드 삽입</vt:lpstr>
      <vt:lpstr>노드 삭제 과정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프로그래밍 기초</dc:title>
  <dc:subject>Linked List</dc:subject>
  <dc:creator>Jung Changsu</dc:creator>
  <cp:keywords/>
  <dc:description/>
  <cp:lastModifiedBy>Changsu Jung</cp:lastModifiedBy>
  <cp:revision>1046</cp:revision>
  <dcterms:created xsi:type="dcterms:W3CDTF">2013-05-23T04:26:30Z</dcterms:created>
  <dcterms:modified xsi:type="dcterms:W3CDTF">2025-12-09T00:41:43Z</dcterms:modified>
  <cp:category/>
</cp:coreProperties>
</file>